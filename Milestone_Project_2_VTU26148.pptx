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A71763-FCA1-4B60-940F-BD9DA5C85367}" v="10" dt="2026-04-20T16:52:00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ona Sai Ganesh" userId="bde7d35305c28ec0" providerId="LiveId" clId="{D71E6B8D-E5BD-43CD-9761-50A8EBA1B37C}"/>
    <pc:docChg chg="custSel modSld">
      <pc:chgData name="Drona Sai Ganesh" userId="bde7d35305c28ec0" providerId="LiveId" clId="{D71E6B8D-E5BD-43CD-9761-50A8EBA1B37C}" dt="2026-04-20T16:55:01.104" v="161" actId="1076"/>
      <pc:docMkLst>
        <pc:docMk/>
      </pc:docMkLst>
      <pc:sldChg chg="modSp mod">
        <pc:chgData name="Drona Sai Ganesh" userId="bde7d35305c28ec0" providerId="LiveId" clId="{D71E6B8D-E5BD-43CD-9761-50A8EBA1B37C}" dt="2026-04-20T16:32:10.916" v="79" actId="20577"/>
        <pc:sldMkLst>
          <pc:docMk/>
          <pc:sldMk cId="0" sldId="256"/>
        </pc:sldMkLst>
        <pc:spChg chg="mod">
          <ac:chgData name="Drona Sai Ganesh" userId="bde7d35305c28ec0" providerId="LiveId" clId="{D71E6B8D-E5BD-43CD-9761-50A8EBA1B37C}" dt="2026-04-20T16:31:46.894" v="75" actId="20577"/>
          <ac:spMkLst>
            <pc:docMk/>
            <pc:sldMk cId="0" sldId="256"/>
            <ac:spMk id="13" creationId="{7FFE0DA2-4723-7C13-5FD7-FC99B0394DDD}"/>
          </ac:spMkLst>
        </pc:spChg>
        <pc:spChg chg="mod">
          <ac:chgData name="Drona Sai Ganesh" userId="bde7d35305c28ec0" providerId="LiveId" clId="{D71E6B8D-E5BD-43CD-9761-50A8EBA1B37C}" dt="2026-04-20T16:29:30.145" v="35" actId="20577"/>
          <ac:spMkLst>
            <pc:docMk/>
            <pc:sldMk cId="0" sldId="256"/>
            <ac:spMk id="14" creationId="{EA8EEF4A-EB43-B7D9-87FC-7C7D752BCA78}"/>
          </ac:spMkLst>
        </pc:spChg>
        <pc:spChg chg="mod">
          <ac:chgData name="Drona Sai Ganesh" userId="bde7d35305c28ec0" providerId="LiveId" clId="{D71E6B8D-E5BD-43CD-9761-50A8EBA1B37C}" dt="2026-04-20T16:32:10.916" v="79" actId="20577"/>
          <ac:spMkLst>
            <pc:docMk/>
            <pc:sldMk cId="0" sldId="256"/>
            <ac:spMk id="16" creationId="{A7AA51DE-E8D7-A1B4-BC0D-B25C8A0C467A}"/>
          </ac:spMkLst>
        </pc:spChg>
      </pc:sldChg>
      <pc:sldChg chg="modSp mod">
        <pc:chgData name="Drona Sai Ganesh" userId="bde7d35305c28ec0" providerId="LiveId" clId="{D71E6B8D-E5BD-43CD-9761-50A8EBA1B37C}" dt="2026-04-20T16:36:41.945" v="84" actId="1076"/>
        <pc:sldMkLst>
          <pc:docMk/>
          <pc:sldMk cId="0" sldId="257"/>
        </pc:sldMkLst>
        <pc:spChg chg="mod">
          <ac:chgData name="Drona Sai Ganesh" userId="bde7d35305c28ec0" providerId="LiveId" clId="{D71E6B8D-E5BD-43CD-9761-50A8EBA1B37C}" dt="2026-04-20T16:36:41.945" v="84" actId="1076"/>
          <ac:spMkLst>
            <pc:docMk/>
            <pc:sldMk cId="0" sldId="257"/>
            <ac:spMk id="3" creationId="{837E9E58-77B6-079D-9D0D-E380CADAD23D}"/>
          </ac:spMkLst>
        </pc:spChg>
      </pc:sldChg>
      <pc:sldChg chg="modSp mod">
        <pc:chgData name="Drona Sai Ganesh" userId="bde7d35305c28ec0" providerId="LiveId" clId="{D71E6B8D-E5BD-43CD-9761-50A8EBA1B37C}" dt="2026-04-20T16:37:24.895" v="89" actId="1076"/>
        <pc:sldMkLst>
          <pc:docMk/>
          <pc:sldMk cId="0" sldId="258"/>
        </pc:sldMkLst>
        <pc:spChg chg="mod">
          <ac:chgData name="Drona Sai Ganesh" userId="bde7d35305c28ec0" providerId="LiveId" clId="{D71E6B8D-E5BD-43CD-9761-50A8EBA1B37C}" dt="2026-04-20T16:37:24.895" v="89" actId="1076"/>
          <ac:spMkLst>
            <pc:docMk/>
            <pc:sldMk cId="0" sldId="258"/>
            <ac:spMk id="48" creationId="{BDE2941C-1504-53F9-99B2-48002CA9A345}"/>
          </ac:spMkLst>
        </pc:spChg>
      </pc:sldChg>
      <pc:sldChg chg="modSp mod">
        <pc:chgData name="Drona Sai Ganesh" userId="bde7d35305c28ec0" providerId="LiveId" clId="{D71E6B8D-E5BD-43CD-9761-50A8EBA1B37C}" dt="2026-04-20T16:38:03.182" v="92" actId="12"/>
        <pc:sldMkLst>
          <pc:docMk/>
          <pc:sldMk cId="0" sldId="259"/>
        </pc:sldMkLst>
        <pc:spChg chg="mod">
          <ac:chgData name="Drona Sai Ganesh" userId="bde7d35305c28ec0" providerId="LiveId" clId="{D71E6B8D-E5BD-43CD-9761-50A8EBA1B37C}" dt="2026-04-20T16:38:03.182" v="92" actId="12"/>
          <ac:spMkLst>
            <pc:docMk/>
            <pc:sldMk cId="0" sldId="259"/>
            <ac:spMk id="52" creationId="{056A0A3A-1541-5EC0-5370-02DA282ABDDE}"/>
          </ac:spMkLst>
        </pc:spChg>
      </pc:sldChg>
      <pc:sldChg chg="modSp mod">
        <pc:chgData name="Drona Sai Ganesh" userId="bde7d35305c28ec0" providerId="LiveId" clId="{D71E6B8D-E5BD-43CD-9761-50A8EBA1B37C}" dt="2026-04-20T16:39:01.850" v="97" actId="1076"/>
        <pc:sldMkLst>
          <pc:docMk/>
          <pc:sldMk cId="0" sldId="260"/>
        </pc:sldMkLst>
        <pc:spChg chg="mod">
          <ac:chgData name="Drona Sai Ganesh" userId="bde7d35305c28ec0" providerId="LiveId" clId="{D71E6B8D-E5BD-43CD-9761-50A8EBA1B37C}" dt="2026-04-20T16:39:01.850" v="97" actId="1076"/>
          <ac:spMkLst>
            <pc:docMk/>
            <pc:sldMk cId="0" sldId="260"/>
            <ac:spMk id="48" creationId="{E8F19716-1653-9AE0-442E-B3829A585B46}"/>
          </ac:spMkLst>
        </pc:spChg>
      </pc:sldChg>
      <pc:sldChg chg="modSp mod">
        <pc:chgData name="Drona Sai Ganesh" userId="bde7d35305c28ec0" providerId="LiveId" clId="{D71E6B8D-E5BD-43CD-9761-50A8EBA1B37C}" dt="2026-04-20T16:39:42.255" v="101" actId="1076"/>
        <pc:sldMkLst>
          <pc:docMk/>
          <pc:sldMk cId="0" sldId="261"/>
        </pc:sldMkLst>
        <pc:spChg chg="mod">
          <ac:chgData name="Drona Sai Ganesh" userId="bde7d35305c28ec0" providerId="LiveId" clId="{D71E6B8D-E5BD-43CD-9761-50A8EBA1B37C}" dt="2026-04-20T16:39:42.255" v="101" actId="1076"/>
          <ac:spMkLst>
            <pc:docMk/>
            <pc:sldMk cId="0" sldId="261"/>
            <ac:spMk id="43" creationId="{25F9D4B0-38FE-DBA4-164D-1745B68379A5}"/>
          </ac:spMkLst>
        </pc:spChg>
      </pc:sldChg>
      <pc:sldChg chg="modSp mod">
        <pc:chgData name="Drona Sai Ganesh" userId="bde7d35305c28ec0" providerId="LiveId" clId="{D71E6B8D-E5BD-43CD-9761-50A8EBA1B37C}" dt="2026-04-20T16:46:26.161" v="108" actId="20577"/>
        <pc:sldMkLst>
          <pc:docMk/>
          <pc:sldMk cId="0" sldId="262"/>
        </pc:sldMkLst>
        <pc:spChg chg="mod">
          <ac:chgData name="Drona Sai Ganesh" userId="bde7d35305c28ec0" providerId="LiveId" clId="{D71E6B8D-E5BD-43CD-9761-50A8EBA1B37C}" dt="2026-04-20T16:46:26.161" v="108" actId="20577"/>
          <ac:spMkLst>
            <pc:docMk/>
            <pc:sldMk cId="0" sldId="262"/>
            <ac:spMk id="5" creationId="{00859FF0-0CBB-7B1D-8781-0A50247B7C63}"/>
          </ac:spMkLst>
        </pc:spChg>
      </pc:sldChg>
      <pc:sldChg chg="modSp mod">
        <pc:chgData name="Drona Sai Ganesh" userId="bde7d35305c28ec0" providerId="LiveId" clId="{D71E6B8D-E5BD-43CD-9761-50A8EBA1B37C}" dt="2026-04-20T16:47:38.005" v="125" actId="113"/>
        <pc:sldMkLst>
          <pc:docMk/>
          <pc:sldMk cId="0" sldId="263"/>
        </pc:sldMkLst>
        <pc:spChg chg="mod">
          <ac:chgData name="Drona Sai Ganesh" userId="bde7d35305c28ec0" providerId="LiveId" clId="{D71E6B8D-E5BD-43CD-9761-50A8EBA1B37C}" dt="2026-04-20T16:47:38.005" v="125" actId="113"/>
          <ac:spMkLst>
            <pc:docMk/>
            <pc:sldMk cId="0" sldId="263"/>
            <ac:spMk id="48" creationId="{26E9F5F9-CCF8-6F05-4C01-034C88D7529E}"/>
          </ac:spMkLst>
        </pc:spChg>
      </pc:sldChg>
      <pc:sldChg chg="modSp mod">
        <pc:chgData name="Drona Sai Ganesh" userId="bde7d35305c28ec0" providerId="LiveId" clId="{D71E6B8D-E5BD-43CD-9761-50A8EBA1B37C}" dt="2026-04-20T16:48:54.357" v="130" actId="113"/>
        <pc:sldMkLst>
          <pc:docMk/>
          <pc:sldMk cId="0" sldId="264"/>
        </pc:sldMkLst>
        <pc:spChg chg="mod">
          <ac:chgData name="Drona Sai Ganesh" userId="bde7d35305c28ec0" providerId="LiveId" clId="{D71E6B8D-E5BD-43CD-9761-50A8EBA1B37C}" dt="2026-04-20T16:48:54.357" v="130" actId="113"/>
          <ac:spMkLst>
            <pc:docMk/>
            <pc:sldMk cId="0" sldId="264"/>
            <ac:spMk id="44" creationId="{9304C197-EAC7-7A26-FAED-ED7302DBEC6E}"/>
          </ac:spMkLst>
        </pc:spChg>
      </pc:sldChg>
      <pc:sldChg chg="addSp delSp modSp mod">
        <pc:chgData name="Drona Sai Ganesh" userId="bde7d35305c28ec0" providerId="LiveId" clId="{D71E6B8D-E5BD-43CD-9761-50A8EBA1B37C}" dt="2026-04-20T16:54:55.811" v="160" actId="14100"/>
        <pc:sldMkLst>
          <pc:docMk/>
          <pc:sldMk cId="1998101144" sldId="266"/>
        </pc:sldMkLst>
        <pc:picChg chg="add mod">
          <ac:chgData name="Drona Sai Ganesh" userId="bde7d35305c28ec0" providerId="LiveId" clId="{D71E6B8D-E5BD-43CD-9761-50A8EBA1B37C}" dt="2026-04-20T16:54:55.811" v="160" actId="14100"/>
          <ac:picMkLst>
            <pc:docMk/>
            <pc:sldMk cId="1998101144" sldId="266"/>
            <ac:picMk id="3" creationId="{540E326A-C685-3DD4-BB3B-A19D6091B9EB}"/>
          </ac:picMkLst>
        </pc:picChg>
        <pc:picChg chg="del">
          <ac:chgData name="Drona Sai Ganesh" userId="bde7d35305c28ec0" providerId="LiveId" clId="{D71E6B8D-E5BD-43CD-9761-50A8EBA1B37C}" dt="2026-04-20T16:49:05.572" v="131" actId="478"/>
          <ac:picMkLst>
            <pc:docMk/>
            <pc:sldMk cId="1998101144" sldId="266"/>
            <ac:picMk id="4" creationId="{C7BCF2AE-AEFD-B8E6-4872-9CC036A8204A}"/>
          </ac:picMkLst>
        </pc:picChg>
      </pc:sldChg>
      <pc:sldChg chg="addSp delSp modSp mod">
        <pc:chgData name="Drona Sai Ganesh" userId="bde7d35305c28ec0" providerId="LiveId" clId="{D71E6B8D-E5BD-43CD-9761-50A8EBA1B37C}" dt="2026-04-20T16:51:26.970" v="144" actId="1076"/>
        <pc:sldMkLst>
          <pc:docMk/>
          <pc:sldMk cId="47544820" sldId="267"/>
        </pc:sldMkLst>
        <pc:picChg chg="add mod">
          <ac:chgData name="Drona Sai Ganesh" userId="bde7d35305c28ec0" providerId="LiveId" clId="{D71E6B8D-E5BD-43CD-9761-50A8EBA1B37C}" dt="2026-04-20T16:51:26.970" v="144" actId="1076"/>
          <ac:picMkLst>
            <pc:docMk/>
            <pc:sldMk cId="47544820" sldId="267"/>
            <ac:picMk id="3" creationId="{ECA53530-E854-9B9C-F318-5B48DAC618B0}"/>
          </ac:picMkLst>
        </pc:picChg>
        <pc:picChg chg="del">
          <ac:chgData name="Drona Sai Ganesh" userId="bde7d35305c28ec0" providerId="LiveId" clId="{D71E6B8D-E5BD-43CD-9761-50A8EBA1B37C}" dt="2026-04-20T16:50:30.033" v="141" actId="478"/>
          <ac:picMkLst>
            <pc:docMk/>
            <pc:sldMk cId="47544820" sldId="267"/>
            <ac:picMk id="4" creationId="{FB2FBE64-1A15-5DDF-95C5-53A9A8FD2467}"/>
          </ac:picMkLst>
        </pc:picChg>
      </pc:sldChg>
      <pc:sldChg chg="addSp delSp modSp mod">
        <pc:chgData name="Drona Sai Ganesh" userId="bde7d35305c28ec0" providerId="LiveId" clId="{D71E6B8D-E5BD-43CD-9761-50A8EBA1B37C}" dt="2026-04-20T16:55:01.104" v="161" actId="1076"/>
        <pc:sldMkLst>
          <pc:docMk/>
          <pc:sldMk cId="3981187392" sldId="269"/>
        </pc:sldMkLst>
        <pc:picChg chg="add mod">
          <ac:chgData name="Drona Sai Ganesh" userId="bde7d35305c28ec0" providerId="LiveId" clId="{D71E6B8D-E5BD-43CD-9761-50A8EBA1B37C}" dt="2026-04-20T16:55:01.104" v="161" actId="1076"/>
          <ac:picMkLst>
            <pc:docMk/>
            <pc:sldMk cId="3981187392" sldId="269"/>
            <ac:picMk id="3" creationId="{E0975914-E135-0296-D310-2A3B6C6814ED}"/>
          </ac:picMkLst>
        </pc:picChg>
        <pc:picChg chg="del">
          <ac:chgData name="Drona Sai Ganesh" userId="bde7d35305c28ec0" providerId="LiveId" clId="{D71E6B8D-E5BD-43CD-9761-50A8EBA1B37C}" dt="2026-04-20T16:50:16.940" v="137" actId="478"/>
          <ac:picMkLst>
            <pc:docMk/>
            <pc:sldMk cId="3981187392" sldId="269"/>
            <ac:picMk id="4" creationId="{E47183C3-D3C3-8F33-4E08-EDF1FBD9CCCB}"/>
          </ac:picMkLst>
        </pc:picChg>
      </pc:sldChg>
      <pc:sldChg chg="modSp mod">
        <pc:chgData name="Drona Sai Ganesh" userId="bde7d35305c28ec0" providerId="LiveId" clId="{D71E6B8D-E5BD-43CD-9761-50A8EBA1B37C}" dt="2026-04-20T16:53:42.694" v="158" actId="255"/>
        <pc:sldMkLst>
          <pc:docMk/>
          <pc:sldMk cId="1838976791" sldId="270"/>
        </pc:sldMkLst>
        <pc:spChg chg="mod">
          <ac:chgData name="Drona Sai Ganesh" userId="bde7d35305c28ec0" providerId="LiveId" clId="{D71E6B8D-E5BD-43CD-9761-50A8EBA1B37C}" dt="2026-04-20T16:53:42.694" v="158" actId="255"/>
          <ac:spMkLst>
            <pc:docMk/>
            <pc:sldMk cId="1838976791" sldId="270"/>
            <ac:spMk id="4" creationId="{405A43F7-4792-50D6-B9CB-E0E3CF2327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21-04-2026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5427770" y="5754629"/>
            <a:ext cx="80683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EduTicket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-Department Event Booking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K.Drona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Sai Ganesh– VTU26148– Reg.No.23UECS0971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Dr.K.Seethalakshmi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819927" y="2040585"/>
            <a:ext cx="16166866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err="1"/>
              <a:t>EduTicket</a:t>
            </a:r>
            <a:r>
              <a:rPr lang="en-US" sz="3300" dirty="0"/>
              <a:t> is a React JS based web application for online ticket booking of internal department events.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Enables students and faculty to view event details including name, date, time, venue, and ticket price.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Provides seamless online booking functionality with real-time ticket availability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Implements comprehensive validation to ensure data integrity and user-friendly error messages.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Displays booking confirmation messages with booking summary after successful registration.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Features automatic calculation of total amount based on number of tickets and ticket price.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Implements state management using React hooks for efficient data handling and component communication.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Ensures responsive design and clean code organization for maintainability and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804695" y="2881342"/>
            <a:ext cx="161110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Manual event registration and ticket booking processes are time-consuming and error-prone.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face difficulty accessing event information scattered across different platforms.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Lack of real-time ticket availability tracking leads to overbooking and registration conflicts.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 automated confirmation system results in communication gaps between organizers and participants.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Manual validation of ticket numbers and availability is inefficient and prone to mistakes.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cannot easily view comprehensive event details in a single centralized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Event organizers struggle to manage ticket inventory and participant information manually.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Absence of proper error handling causes poor user experience during booking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03275" y="3348049"/>
            <a:ext cx="150823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develop a React JS based web application for efficient online ticket booking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display comprehensive event details including name, department, date, time, venue, and pricing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implement real-time ticket availability tracking and overbooking prevention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ensure all input fields are validated with user-friendly error messages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provide automated booking confirmation with detailed booking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809611" y="1972687"/>
            <a:ext cx="16033834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 React JS based web application built with Vite for fast development and optimal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Two main modules: Event Details Module displaying event information and Booking Module for ticket reservations.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Event Details Module shows event name, department, date/time, venue, ticket price, and available ticket count.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Booking Module allows users to enter name, email ID, department, and desired number of tickets.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Implements comprehensive validation for mandatory fields, email format, and positive ticket numbers.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Prevents overbooking by automatically checking ticket availability before confirming bookings.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Displays detailed booking confirmation message including user name, event name, quantity, and total amount.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Utilizes React functional components with </a:t>
            </a:r>
            <a:r>
              <a:rPr lang="en-US" sz="3200" dirty="0" err="1"/>
              <a:t>useState</a:t>
            </a:r>
            <a:r>
              <a:rPr lang="en-US" sz="3200" dirty="0"/>
              <a:t> hook for efficient state management and real-time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86861" y="3227405"/>
            <a:ext cx="150823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React JS based single-page application with component-based architecture.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Event Details Component displays comprehensive event information to users.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Booking Form Component handles user input with built-in validation logic.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State Management using React </a:t>
            </a:r>
            <a:r>
              <a:rPr lang="en-US" sz="3200" dirty="0" err="1"/>
              <a:t>useState</a:t>
            </a:r>
            <a:r>
              <a:rPr lang="en-US" sz="3200" dirty="0"/>
              <a:t> Hook for managing application state.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Ensures smooth communication between components using props and callbacks.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Implements event handling for user interactions (button clicks, form submissions).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Utilizes conditional rendering to display content based on application state.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Maintains clean separation of concerns with modular functional components.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59FF0-0CBB-7B1D-8781-0A50247B7C63}"/>
              </a:ext>
            </a:extLst>
          </p:cNvPr>
          <p:cNvSpPr txBox="1"/>
          <p:nvPr/>
        </p:nvSpPr>
        <p:spPr>
          <a:xfrm>
            <a:off x="2590799" y="2327344"/>
            <a:ext cx="14719459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300" dirty="0"/>
              <a:t>   User opens the React application in a web browser and views available events.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Event Details Module displays event information with name, date, time, venue, and pricing.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User selects an event and fills the booking form with personal details.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Application validates all inputs: mandatory fields, valid email format, positive ticket numbers.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If tickets are available, system prevents overbooking and allows booking confirmation.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Application displays real-time updated ticket count after successful booking.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Booking confirmation message shows user name, event name, tickets booked, and total amount.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System handles errors gracefully with user-friendly error messages for invalid inputs.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6975" y="15621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 Technologies</a:t>
            </a:r>
          </a:p>
          <a:p>
            <a:r>
              <a:rPr lang="en-IN" sz="2800" b="1" dirty="0"/>
              <a:t>React JS </a:t>
            </a:r>
            <a:r>
              <a:rPr lang="en-IN" sz="2800" dirty="0"/>
              <a:t>– Main framework for building user interface with functional components.</a:t>
            </a:r>
          </a:p>
          <a:p>
            <a:r>
              <a:rPr lang="en-IN" sz="2800" b="1" dirty="0"/>
              <a:t>JSX </a:t>
            </a:r>
            <a:r>
              <a:rPr lang="en-IN" sz="2800" dirty="0"/>
              <a:t>– Syntax extension for writing HTML-like code within JavaScript components.</a:t>
            </a:r>
          </a:p>
          <a:p>
            <a:r>
              <a:rPr lang="en-IN" sz="2800" b="1" dirty="0"/>
              <a:t>React Hooks </a:t>
            </a:r>
            <a:r>
              <a:rPr lang="en-IN" sz="2800" dirty="0"/>
              <a:t>(</a:t>
            </a:r>
            <a:r>
              <a:rPr lang="en-IN" sz="2800" dirty="0" err="1"/>
              <a:t>useState</a:t>
            </a:r>
            <a:r>
              <a:rPr lang="en-IN" sz="2800" dirty="0"/>
              <a:t>) – For managing component state and side effects.</a:t>
            </a:r>
          </a:p>
          <a:p>
            <a:r>
              <a:rPr lang="en-IN" sz="2800" b="1" dirty="0"/>
              <a:t>React Router </a:t>
            </a:r>
            <a:r>
              <a:rPr lang="en-IN" sz="2800" dirty="0"/>
              <a:t>– For handling navigation and routing between pages.</a:t>
            </a:r>
          </a:p>
          <a:p>
            <a:r>
              <a:rPr lang="en-IN" sz="2800" b="1" dirty="0"/>
              <a:t>Axios </a:t>
            </a:r>
            <a:r>
              <a:rPr lang="en-IN" sz="2800" dirty="0"/>
              <a:t>– For making HTTP requests to backend services.</a:t>
            </a:r>
          </a:p>
          <a:p>
            <a:endParaRPr lang="en-IN" sz="2800" dirty="0"/>
          </a:p>
          <a:p>
            <a:r>
              <a:rPr lang="en-IN" sz="2800" b="1" dirty="0"/>
              <a:t>Styling &amp; Build Tools</a:t>
            </a:r>
          </a:p>
          <a:p>
            <a:r>
              <a:rPr lang="en-IN" sz="2800" b="1" dirty="0"/>
              <a:t>CSS3 </a:t>
            </a:r>
            <a:r>
              <a:rPr lang="en-IN" sz="2800" dirty="0"/>
              <a:t>– For styling components and creating responsive design.</a:t>
            </a:r>
          </a:p>
          <a:p>
            <a:r>
              <a:rPr lang="en-IN" sz="2800" b="1" dirty="0"/>
              <a:t>Vite</a:t>
            </a:r>
            <a:r>
              <a:rPr lang="en-IN" sz="2800" dirty="0"/>
              <a:t> – Modern build tool for development and production builds.</a:t>
            </a:r>
          </a:p>
          <a:p>
            <a:r>
              <a:rPr lang="en-IN" sz="2800" b="1" dirty="0"/>
              <a:t>Responsive Design </a:t>
            </a:r>
            <a:r>
              <a:rPr lang="en-IN" sz="2800" dirty="0"/>
              <a:t>– Ensures application works on desktop and mobile devices.</a:t>
            </a:r>
          </a:p>
          <a:p>
            <a:endParaRPr lang="en-IN" sz="2800" dirty="0"/>
          </a:p>
          <a:p>
            <a:r>
              <a:rPr lang="en-IN" sz="2800" b="1" dirty="0"/>
              <a:t>Development Environment</a:t>
            </a:r>
          </a:p>
          <a:p>
            <a:r>
              <a:rPr lang="en-IN" sz="2800" b="1" dirty="0"/>
              <a:t>Node.js </a:t>
            </a:r>
            <a:r>
              <a:rPr lang="en-IN" sz="2800" dirty="0"/>
              <a:t>– JavaScript runtime for running development server.</a:t>
            </a:r>
          </a:p>
          <a:p>
            <a:r>
              <a:rPr lang="en-IN" sz="2800" b="1" dirty="0" err="1"/>
              <a:t>npm</a:t>
            </a:r>
            <a:r>
              <a:rPr lang="en-IN" sz="2800" dirty="0"/>
              <a:t> – Package manager for managing project dependencies.</a:t>
            </a:r>
          </a:p>
          <a:p>
            <a:r>
              <a:rPr lang="en-IN" sz="2800" b="1" dirty="0"/>
              <a:t>TypeScript </a:t>
            </a:r>
            <a:r>
              <a:rPr lang="en-IN" sz="2800" dirty="0"/>
              <a:t>– Optional type checking for JavaScript code quality.</a:t>
            </a:r>
          </a:p>
          <a:p>
            <a:r>
              <a:rPr lang="en-IN" sz="2800" b="1" dirty="0"/>
              <a:t>VS Code </a:t>
            </a:r>
            <a:r>
              <a:rPr lang="en-IN" sz="2800" dirty="0"/>
              <a:t>– Code editor for development.</a:t>
            </a:r>
          </a:p>
          <a:p>
            <a:r>
              <a:rPr lang="en-IN" sz="2800" b="1" dirty="0"/>
              <a:t>Web Browser </a:t>
            </a:r>
            <a:r>
              <a:rPr lang="en-IN" sz="2800" dirty="0"/>
              <a:t>– For running and testing the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3101" y="1265170"/>
            <a:ext cx="15082325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Event Details Module</a:t>
            </a:r>
          </a:p>
          <a:p>
            <a:r>
              <a:rPr lang="en-US" sz="2400" dirty="0"/>
              <a:t>Displays event name, department, date/time, venue, ticket price, and availability.</a:t>
            </a:r>
          </a:p>
          <a:p>
            <a:r>
              <a:rPr lang="en-US" sz="2400" dirty="0"/>
              <a:t>Shows event information in a user-friendly format for easy understanding.</a:t>
            </a:r>
          </a:p>
          <a:p>
            <a:r>
              <a:rPr lang="en-US" sz="2400" dirty="0"/>
              <a:t>Allows users to view all event details before making booking decisions.</a:t>
            </a:r>
          </a:p>
          <a:p>
            <a:endParaRPr lang="en-US" sz="2400" dirty="0"/>
          </a:p>
          <a:p>
            <a:r>
              <a:rPr lang="en-US" sz="2400" b="1" dirty="0"/>
              <a:t>Ticket Booking Module</a:t>
            </a:r>
          </a:p>
          <a:p>
            <a:r>
              <a:rPr lang="en-US" sz="2400" dirty="0"/>
              <a:t>Accepts user inputs: name, email ID, department, and number of tickets required.</a:t>
            </a:r>
          </a:p>
          <a:p>
            <a:r>
              <a:rPr lang="en-US" sz="2400" dirty="0"/>
              <a:t>Validates all inputs with appropriate error messages for invalid data.</a:t>
            </a:r>
          </a:p>
          <a:p>
            <a:r>
              <a:rPr lang="en-US" sz="2400" dirty="0"/>
              <a:t>Prevents booking more tickets than available through validation logic.</a:t>
            </a:r>
          </a:p>
          <a:p>
            <a:r>
              <a:rPr lang="en-US" sz="2400" dirty="0"/>
              <a:t>Calculates total amount based on ticket price and quantity selected.</a:t>
            </a:r>
          </a:p>
          <a:p>
            <a:endParaRPr lang="en-US" sz="2400" dirty="0"/>
          </a:p>
          <a:p>
            <a:r>
              <a:rPr lang="en-US" sz="2400" b="1" dirty="0"/>
              <a:t>Validation &amp; Error Handling Module</a:t>
            </a:r>
          </a:p>
          <a:p>
            <a:r>
              <a:rPr lang="en-US" sz="2400" dirty="0"/>
              <a:t>Ensures all mandatory fields are filled before submission.</a:t>
            </a:r>
          </a:p>
          <a:p>
            <a:r>
              <a:rPr lang="en-US" sz="2400" dirty="0"/>
              <a:t>Validates email format using regex patterns or built-in validation.</a:t>
            </a:r>
          </a:p>
          <a:p>
            <a:r>
              <a:rPr lang="en-US" sz="2400" dirty="0"/>
              <a:t>Checks that number of tickets is a positive number.</a:t>
            </a:r>
          </a:p>
          <a:p>
            <a:r>
              <a:rPr lang="en-US" sz="2400" dirty="0"/>
              <a:t>Prevents overbooking by comparing requested tickets with available tickets.</a:t>
            </a:r>
          </a:p>
          <a:p>
            <a:r>
              <a:rPr lang="en-US" sz="2400" dirty="0"/>
              <a:t>Displays user-friendly error messages for all validation failures.</a:t>
            </a:r>
          </a:p>
          <a:p>
            <a:endParaRPr lang="en-US" sz="2400" dirty="0"/>
          </a:p>
          <a:p>
            <a:r>
              <a:rPr lang="en-US" sz="2400" b="1" dirty="0"/>
              <a:t>Booking Confirmation Module</a:t>
            </a:r>
          </a:p>
          <a:p>
            <a:r>
              <a:rPr lang="en-US" sz="2400" dirty="0"/>
              <a:t>Displays confirmation message after successful booking.</a:t>
            </a:r>
          </a:p>
          <a:p>
            <a:r>
              <a:rPr lang="en-US" sz="2400" dirty="0"/>
              <a:t>Shows booking summary including user name, event name, quantity, and total amount.</a:t>
            </a:r>
          </a:p>
          <a:p>
            <a:r>
              <a:rPr lang="en-US" sz="2400" dirty="0"/>
              <a:t>Updates available ticket count in real-time after confirmation.</a:t>
            </a:r>
          </a:p>
          <a:p>
            <a:r>
              <a:rPr lang="en-US" sz="2400" dirty="0"/>
              <a:t>Provides option to reset form for additional bookings.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E326A-C685-3DD4-BB3B-A19D6091B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18" y="1781645"/>
            <a:ext cx="15051212" cy="72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75914-E135-0296-D310-2A3B6C681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156" y="1999900"/>
            <a:ext cx="14908054" cy="716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53530-E854-9B9C-F318-5B48DAC61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40" y="1939103"/>
            <a:ext cx="14593560" cy="696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A43F7-4792-50D6-B9CB-E0E3CF23274A}"/>
              </a:ext>
            </a:extLst>
          </p:cNvPr>
          <p:cNvSpPr txBox="1"/>
          <p:nvPr/>
        </p:nvSpPr>
        <p:spPr>
          <a:xfrm>
            <a:off x="2077934" y="1622402"/>
            <a:ext cx="15223789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online platform for viewing and booking event tickets.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manual registration process with automated online booking system.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ticket availability tracking prevents overbooking and conflicts.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validation ensures data integrity and improves user experience.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booking confirmation provides instant feedback to users.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 works seamlessly on desktop and mobile devices.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React component architecture enables easy maintenance and future enhancements.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communication gaps between event organizers and participants.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JavaScript enabled browser for proper application functionality.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server needed for data persistence and API endpoints.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validation only checks format, not actual email delivery.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payment gateway integration for online payments.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web platform (can be extended to mobile apps in future).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notification system (can be added with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authentication system (users not required to login).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1325</Words>
  <Application>Microsoft Office PowerPoint</Application>
  <PresentationFormat>Custom</PresentationFormat>
  <Paragraphs>258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Gotham</vt:lpstr>
      <vt:lpstr>Calibri</vt:lpstr>
      <vt:lpstr>Cambria</vt:lpstr>
      <vt:lpstr>Arial</vt:lpstr>
      <vt:lpstr>Gotham Bold Italics</vt:lpstr>
      <vt:lpstr>Bookman Old Style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Gouse D</dc:creator>
  <cp:lastModifiedBy>Drona Sai Ganesh</cp:lastModifiedBy>
  <cp:revision>15</cp:revision>
  <dcterms:created xsi:type="dcterms:W3CDTF">2006-08-16T00:00:00Z</dcterms:created>
  <dcterms:modified xsi:type="dcterms:W3CDTF">2026-04-20T16:55:01Z</dcterms:modified>
  <dc:identifier>DAHCaYqJ9OU</dc:identifier>
</cp:coreProperties>
</file>